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HRMS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系統說明簡報 — System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6692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HRMS 開發團隊　|　2026-03-18　|　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簡報大綱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系統背景與問題定義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功能模組總覽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系統架構設計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技術棧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核心業務流程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DDD / CQRS / Event-Driven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 測試架構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 CI/CD 與部署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 畫面展示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 系統規模統計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系統背景與問題定義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問題：企業人資系統碎片化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考勤、薪資、招募、專案追蹤各自獨立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員工資料需重複維護，容易不一致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跨系統流程（如入職→建帳號→加保）需人工串接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 Single Source of Truth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解決方案：整合式人資平台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個微服務統一管理 500 人規模企業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員工從入職到離職的完整生命週期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Event-Driven 跨服務自動串接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三種角色（員工 ESS、主管審核、HR 管理）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功能模組總覽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個微服務 × 4 個 DDD 層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微服務一覽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核心功能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IAM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認證授權、RBAC、SSO、多租戶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Organization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員工生命週期、組織結構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Attendance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打卡、請假、加班、排班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Payroll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薪資計算（Saga）、稅務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Insurance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勞健保、退休金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Project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客戶、WBS、成本追蹤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Timesheet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週報、PM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審核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Performance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考核週期、彈性表單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Recruitment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職缺、Kanban、面試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Training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課程管理、證照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Workflow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視覺化流程、多層簽核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Notification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Email/Push/Teams/LINE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Document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版控、範本、加密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Reporting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CQRS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ReadModel、儀表板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系統架構設計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DDD + CQRS + Event-Driven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系統架構拓撲圖</a:t>
            </a:r>
            <a:endParaRPr lang="en-US" sz="2400" dirty="0"/>
          </a:p>
        </p:txBody>
      </p:sp>
      <p:pic>
        <p:nvPicPr>
          <p:cNvPr id="4" name="Image 0" descr="D:\java\hr-sytsem-2\knowledge\diagrams\00_系統架構拓撲圖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DDD 四層架構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Interface 層：REST Controllers、DTO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Application 層：Use Case 編排、Saga 協調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Domain 層：Aggregate、Entity、Value Object、Domain Service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Infrastructure 層：Repository、DAO、Mapper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CQRS + Event-Driven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Command (POST/PUT/DELETE) 與 Query (GET) 分離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Service Factory 模式：method name → bean name 自動對應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Kafka 非同步事件通訊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事件命名：{Aggregate}{PastVerb}Event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技術棧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技術棧總覽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━━━━━━━━━━━━━━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 3.1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Cloud 2023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21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PostgreSQL 15+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Querydsl + JPA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Redis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Kafka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Eureka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0" y="137160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━━━━━━━━━━━━━━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18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TypeScript 5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Vite 5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Redux Toolkit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 Design 5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ECharts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Axios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Router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核心業務流程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四大核心流程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員工入職流程</a:t>
            </a:r>
            <a:endParaRPr lang="en-US" sz="2400" dirty="0"/>
          </a:p>
        </p:txBody>
      </p:sp>
      <p:pic>
        <p:nvPicPr>
          <p:cNvPr id="4" name="Image 0" descr="D:\java\hr-sytsem-2\knowledge\diagrams\01_員工入職流程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薪資 SAGA 補償流程</a:t>
            </a:r>
            <a:endParaRPr lang="en-US" sz="2400" dirty="0"/>
          </a:p>
        </p:txBody>
      </p:sp>
      <p:pic>
        <p:nvPicPr>
          <p:cNvPr id="4" name="Image 0" descr="D:\java\hr-sytsem-2\knowledge\diagrams\01_薪資SAGA補償流程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測試架構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合約驅動 + TDD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合約驅動測試：SA 定義規格 → 工程師依合約實作 → 自動驗證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三層驗證：輸入 + 輸出 + 副作用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Domain 邏輯 100% 覆蓋率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端點整合測試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Factory/Component/Hook 單元測試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1,843 測試 × 0 失敗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 CI/CD 與部署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CI/CD Pipeline</a:t>
            </a:r>
            <a:endParaRPr lang="en-US" sz="2400" dirty="0"/>
          </a:p>
        </p:txBody>
      </p:sp>
      <p:pic>
        <p:nvPicPr>
          <p:cNvPr id="4" name="Image 0" descr="D:\java\hr-sytsem-2\knowledge\diagrams\06_CICD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部署架構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GCP Cloud Run 容器化部署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Compose 本機開發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 CI/CD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服務獨立部署、獨立擴縮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 系統規模統計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系統規模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微服務數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後端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Java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~1,842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前端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TypeScript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~500+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自動化測試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1,843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端點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200+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前端路由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合約測試規格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知識文件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100+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人力資源暨專案管理系統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人力資源暨專案管理系統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人力資源暨專案管理系統</dc:title>
  <dc:subject>PptxGenJS Presentation</dc:subject>
  <dc:creator>HRMS 開發團隊</dc:creator>
  <cp:lastModifiedBy>HRMS 開發團隊</cp:lastModifiedBy>
  <cp:revision>1</cp:revision>
  <dcterms:created xsi:type="dcterms:W3CDTF">2026-03-18T02:40:50Z</dcterms:created>
  <dcterms:modified xsi:type="dcterms:W3CDTF">2026-03-18T02:40:50Z</dcterms:modified>
</cp:coreProperties>
</file>