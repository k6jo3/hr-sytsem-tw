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系統分析與架構總覽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HRMS 開發團隊　|　2026-03-06　|　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文件目錄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系統架構總覽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核心業務循序圖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跨微服務實體關聯圖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系統使用案例圖與規格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核心業務流程圖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系統架構總覽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DDD + CQRS + Event-Driven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架構設計原則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Domain-Driven Design (DDD) 四層架構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CQRS 讀寫分離模式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Event-Driven 非同步通訊 (Kafka)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個微服務獨立部署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3.1 + Spring Cloud 2023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微服務一覽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Package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認證授權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com.company.hrms.iam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組織員工管理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com.company.hrms.organization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考勤管理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com.company.hrms.attendance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薪資管理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com.company.hrms.payroll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保險管理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com.company.hrms.insurance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com.company.hrms.project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com.company.hrms.timesheet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績效管理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com.company.hrms.performance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招募管理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com.company.hrms.recruitment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8089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com.company.hrms.training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8090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簽核流程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com.company.hrms.workflow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8091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通知服務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com.company.hrms.notification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8092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com.company.hrms.document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8093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報表分析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com.company.hrms.reporting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8094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系統架構拓撲圖</a:t>
            </a:r>
            <a:endParaRPr lang="en-US" sz="2400" dirty="0"/>
          </a:p>
        </p:txBody>
      </p:sp>
      <p:pic>
        <p:nvPicPr>
          <p:cNvPr id="4" name="Image 0" descr="D:\git\hr-system2\hr-sytsem-2\knowledge\diagrams\00_系統架構拓撲圖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核心業務循序圖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員工入職/離職/請假/薪資 四大核心流程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員工入職流程</a:t>
            </a:r>
            <a:endParaRPr lang="en-US" sz="2400" dirty="0"/>
          </a:p>
        </p:txBody>
      </p:sp>
      <p:pic>
        <p:nvPicPr>
          <p:cNvPr id="4" name="Image 0" descr="D:\git\hr-system2\hr-sytsem-2\knowledge\diagrams\01_員工入職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員工離職流程</a:t>
            </a:r>
            <a:endParaRPr lang="en-US" sz="2400" dirty="0"/>
          </a:p>
        </p:txBody>
      </p:sp>
      <p:pic>
        <p:nvPicPr>
          <p:cNvPr id="4" name="Image 0" descr="D:\git\hr-system2\hr-sytsem-2\knowledge\diagrams\01_員工離職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請假簽核流程</a:t>
            </a:r>
            <a:endParaRPr lang="en-US" sz="2400" dirty="0"/>
          </a:p>
        </p:txBody>
      </p:sp>
      <p:pic>
        <p:nvPicPr>
          <p:cNvPr id="4" name="Image 0" descr="D:\git\hr-system2\hr-sytsem-2\knowledge\diagrams\01_請假簽核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 SAGA 補償流程</a:t>
            </a:r>
            <a:endParaRPr lang="en-US" sz="2400" dirty="0"/>
          </a:p>
        </p:txBody>
      </p:sp>
      <p:pic>
        <p:nvPicPr>
          <p:cNvPr id="4" name="Image 0" descr="D:\git\hr-system2\hr-sytsem-2\knowledge\diagrams\01_薪資SAGA補償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跨微服務實體關聯圖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跨微服務實體關聯圖</a:t>
            </a:r>
            <a:endParaRPr lang="en-US" sz="2400" dirty="0"/>
          </a:p>
        </p:txBody>
      </p:sp>
      <p:pic>
        <p:nvPicPr>
          <p:cNvPr id="4" name="Image 0" descr="D:\git\hr-system2\hr-sytsem-2\knowledge\diagrams\02_跨微服務實體關聯圖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系統使用案例圖與規格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大使用案例分析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系統使用案例圖</a:t>
            </a:r>
            <a:endParaRPr lang="en-US" sz="2400" dirty="0"/>
          </a:p>
        </p:txBody>
      </p:sp>
      <p:pic>
        <p:nvPicPr>
          <p:cNvPr id="4" name="Image 0" descr="D:\git\hr-system2\hr-sytsem-2\knowledge\diagrams\03_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核心業務流程圖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大核心業務流程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核心業務流程一覽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 考勤結算至薪資發放流程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 員工入職流程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 請假簽核流程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5.4 績效考核流程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5.5 曠職判定流程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5.6 薪資預借審核流程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5.7 離職退保連動流程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 考勤結算至薪資發放流程</a:t>
            </a:r>
            <a:endParaRPr lang="en-US" sz="2400" dirty="0"/>
          </a:p>
        </p:txBody>
      </p:sp>
      <p:pic>
        <p:nvPicPr>
          <p:cNvPr id="4" name="Image 0" descr="D:\git\hr-system2\hr-sytsem-2\knowledge\diagrams\04_考勤結算至薪資發放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 員工入職流程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建立員工基本資料 → Organization 服務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 EmployeeCreatedEvent → IAM 自動建立帳號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Insurance 自動加保（勞保/健保）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Notification 發送歡迎通知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 請假簽核流程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員工提交請假申請 → 驗證假別餘額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Workflow 引擎啟動多層簽核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主管/HR 逐層審核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核准後扣除假別餘額 → 通知申請人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5.4 績效考核流程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建立考核週期 → 設定考核模板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員工自評 → 主管評分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HR 校準 → 最終確認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績效結果影響薪資調整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5.5 曠職判定流程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月結排程掃描出勤紀錄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無打卡且無請假 → 標記異常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超過寬限期未補正 → 判定曠職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通知主管與 HR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5.6 薪資預借審核流程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員工申請薪資預借 → 驗證資格與額度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主管審核 → HR/財務審核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核准後建立扣款排程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後續薪資自動扣回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5.7 離職退保連動流程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執行離職作業 → Organization 更新狀態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Insurance 自動退保（勞保/健保）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IAM 停用帳號 → Payroll 計算離職結算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產生離職證明文件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人力資源暨專案管理系統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系統分析與架構總覽</dc:title>
  <dc:subject>PptxGenJS Presentation</dc:subject>
  <dc:creator>HRMS 開發團隊</dc:creator>
  <cp:lastModifiedBy>HRMS 開發團隊</cp:lastModifiedBy>
  <cp:revision>1</cp:revision>
  <dcterms:created xsi:type="dcterms:W3CDTF">2026-03-06T05:38:27Z</dcterms:created>
  <dcterms:modified xsi:type="dcterms:W3CDTF">2026-03-06T05:38:27Z</dcterms:modified>
</cp:coreProperties>
</file>